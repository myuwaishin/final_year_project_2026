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CLIP Visual Verification — 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9556" y="2468880"/>
            <a:ext cx="1828800" cy="1463040"/>
          </a:xfrm>
          <a:prstGeom prst="rect">
            <a:avLst/>
          </a:prstGeom>
          <a:solidFill>
            <a:srgbClr val="E0E5EC"/>
          </a:solidFill>
          <a:ln w="1905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" y="2880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6F9A"/>
                </a:solidFill>
                <a:latin typeface="Calibri"/>
              </a:rPr>
              <a:t>[Gripper
Image]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" y="4023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Gripper Image Crop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4076" y="3181350"/>
            <a:ext cx="438912" cy="38100"/>
          </a:xfrm>
          <a:prstGeom prst="rect">
            <a:avLst/>
          </a:prstGeom>
          <a:solidFill>
            <a:srgbClr val="22222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8356" y="290779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2222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6996" y="2468880"/>
            <a:ext cx="1828800" cy="1463040"/>
          </a:xfrm>
          <a:prstGeom prst="rect">
            <a:avLst/>
          </a:prstGeom>
          <a:solidFill>
            <a:srgbClr val="4A6F9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6996" y="2743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CLIP
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6996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E4F4"/>
                </a:solidFill>
                <a:latin typeface="Calibri"/>
              </a:rPr>
              <a:t>ViT-B/32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5796" y="290779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2222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74436" y="2606040"/>
            <a:ext cx="640080" cy="74295"/>
          </a:xfrm>
          <a:prstGeom prst="rect">
            <a:avLst/>
          </a:prstGeom>
          <a:solidFill>
            <a:srgbClr val="1A4A7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74436" y="2680335"/>
            <a:ext cx="640080" cy="74295"/>
          </a:xfrm>
          <a:prstGeom prst="rect">
            <a:avLst/>
          </a:prstGeom>
          <a:solidFill>
            <a:srgbClr val="2D6A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74436" y="2754630"/>
            <a:ext cx="640080" cy="74295"/>
          </a:xfrm>
          <a:prstGeom prst="rect">
            <a:avLst/>
          </a:prstGeom>
          <a:solidFill>
            <a:srgbClr val="4A8F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74436" y="2828925"/>
            <a:ext cx="640080" cy="74295"/>
          </a:xfrm>
          <a:prstGeom prst="rect">
            <a:avLst/>
          </a:prstGeom>
          <a:solidFill>
            <a:srgbClr val="6AAAC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74436" y="2903220"/>
            <a:ext cx="640080" cy="74295"/>
          </a:xfrm>
          <a:prstGeom prst="rect">
            <a:avLst/>
          </a:prstGeom>
          <a:solidFill>
            <a:srgbClr val="A0D0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74436" y="2977515"/>
            <a:ext cx="640080" cy="74295"/>
          </a:xfrm>
          <a:prstGeom prst="rect">
            <a:avLst/>
          </a:prstGeom>
          <a:solidFill>
            <a:srgbClr val="C8E8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74436" y="3051810"/>
            <a:ext cx="640080" cy="74295"/>
          </a:xfrm>
          <a:prstGeom prst="rect">
            <a:avLst/>
          </a:prstGeom>
          <a:solidFill>
            <a:srgbClr val="E8F4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74436" y="3126105"/>
            <a:ext cx="640080" cy="74295"/>
          </a:xfrm>
          <a:prstGeom prst="rect">
            <a:avLst/>
          </a:prstGeom>
          <a:solidFill>
            <a:srgbClr val="F5F8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74436" y="3200400"/>
            <a:ext cx="640080" cy="74295"/>
          </a:xfrm>
          <a:prstGeom prst="rect">
            <a:avLst/>
          </a:prstGeom>
          <a:solidFill>
            <a:srgbClr val="FAF0D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74436" y="3274695"/>
            <a:ext cx="640080" cy="74295"/>
          </a:xfrm>
          <a:prstGeom prst="rect">
            <a:avLst/>
          </a:prstGeom>
          <a:solidFill>
            <a:srgbClr val="F5D89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74436" y="3348990"/>
            <a:ext cx="640080" cy="74295"/>
          </a:xfrm>
          <a:prstGeom prst="rect">
            <a:avLst/>
          </a:prstGeom>
          <a:solidFill>
            <a:srgbClr val="F0B8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74436" y="3423285"/>
            <a:ext cx="640080" cy="74295"/>
          </a:xfrm>
          <a:prstGeom prst="rect">
            <a:avLst/>
          </a:prstGeom>
          <a:solidFill>
            <a:srgbClr val="E0903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74436" y="3497580"/>
            <a:ext cx="640080" cy="74295"/>
          </a:xfrm>
          <a:prstGeom prst="rect">
            <a:avLst/>
          </a:prstGeom>
          <a:solidFill>
            <a:srgbClr val="C0602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74436" y="3571875"/>
            <a:ext cx="640080" cy="74295"/>
          </a:xfrm>
          <a:prstGeom prst="rect">
            <a:avLst/>
          </a:prstGeom>
          <a:solidFill>
            <a:srgbClr val="9A401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74436" y="3646170"/>
            <a:ext cx="640080" cy="74295"/>
          </a:xfrm>
          <a:prstGeom prst="rect">
            <a:avLst/>
          </a:prstGeom>
          <a:solidFill>
            <a:srgbClr val="70281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74436" y="3720465"/>
            <a:ext cx="640080" cy="74295"/>
          </a:xfrm>
          <a:prstGeom prst="rect">
            <a:avLst/>
          </a:prstGeom>
          <a:solidFill>
            <a:srgbClr val="50180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74436" y="2606040"/>
            <a:ext cx="640080" cy="1188720"/>
          </a:xfrm>
          <a:prstGeom prst="rect">
            <a:avLst/>
          </a:prstGeom>
          <a:solidFill>
            <a:srgbClr val="00000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74436" y="2606040"/>
            <a:ext cx="640080" cy="1188720"/>
          </a:xfrm>
          <a:prstGeom prst="rect">
            <a:avLst/>
          </a:prstGeom>
          <a:solidFill>
            <a:srgbClr val="0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74436" y="2606040"/>
            <a:ext cx="640080" cy="74295"/>
          </a:xfrm>
          <a:prstGeom prst="rect">
            <a:avLst/>
          </a:prstGeom>
          <a:solidFill>
            <a:srgbClr val="1A4A7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74436" y="2680335"/>
            <a:ext cx="640080" cy="74295"/>
          </a:xfrm>
          <a:prstGeom prst="rect">
            <a:avLst/>
          </a:prstGeom>
          <a:solidFill>
            <a:srgbClr val="2D6AA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74436" y="2754630"/>
            <a:ext cx="640080" cy="74295"/>
          </a:xfrm>
          <a:prstGeom prst="rect">
            <a:avLst/>
          </a:prstGeom>
          <a:solidFill>
            <a:srgbClr val="4A8F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74436" y="2828925"/>
            <a:ext cx="640080" cy="74295"/>
          </a:xfrm>
          <a:prstGeom prst="rect">
            <a:avLst/>
          </a:prstGeom>
          <a:solidFill>
            <a:srgbClr val="6AAAC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74436" y="2903220"/>
            <a:ext cx="640080" cy="74295"/>
          </a:xfrm>
          <a:prstGeom prst="rect">
            <a:avLst/>
          </a:prstGeom>
          <a:solidFill>
            <a:srgbClr val="A0D0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74436" y="2977515"/>
            <a:ext cx="640080" cy="74295"/>
          </a:xfrm>
          <a:prstGeom prst="rect">
            <a:avLst/>
          </a:prstGeom>
          <a:solidFill>
            <a:srgbClr val="C8E8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74436" y="3051810"/>
            <a:ext cx="640080" cy="74295"/>
          </a:xfrm>
          <a:prstGeom prst="rect">
            <a:avLst/>
          </a:prstGeom>
          <a:solidFill>
            <a:srgbClr val="E8F4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74436" y="3126105"/>
            <a:ext cx="640080" cy="74295"/>
          </a:xfrm>
          <a:prstGeom prst="rect">
            <a:avLst/>
          </a:prstGeom>
          <a:solidFill>
            <a:srgbClr val="F5F8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74436" y="3200400"/>
            <a:ext cx="640080" cy="74295"/>
          </a:xfrm>
          <a:prstGeom prst="rect">
            <a:avLst/>
          </a:prstGeom>
          <a:solidFill>
            <a:srgbClr val="FAF0D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74436" y="3274695"/>
            <a:ext cx="640080" cy="74295"/>
          </a:xfrm>
          <a:prstGeom prst="rect">
            <a:avLst/>
          </a:prstGeom>
          <a:solidFill>
            <a:srgbClr val="F5D89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74436" y="3348990"/>
            <a:ext cx="640080" cy="74295"/>
          </a:xfrm>
          <a:prstGeom prst="rect">
            <a:avLst/>
          </a:prstGeom>
          <a:solidFill>
            <a:srgbClr val="F0B8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74436" y="3423285"/>
            <a:ext cx="640080" cy="74295"/>
          </a:xfrm>
          <a:prstGeom prst="rect">
            <a:avLst/>
          </a:prstGeom>
          <a:solidFill>
            <a:srgbClr val="E0903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74436" y="3497580"/>
            <a:ext cx="640080" cy="74295"/>
          </a:xfrm>
          <a:prstGeom prst="rect">
            <a:avLst/>
          </a:prstGeom>
          <a:solidFill>
            <a:srgbClr val="C0602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74436" y="3571875"/>
            <a:ext cx="640080" cy="74295"/>
          </a:xfrm>
          <a:prstGeom prst="rect">
            <a:avLst/>
          </a:prstGeom>
          <a:solidFill>
            <a:srgbClr val="9A401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74436" y="3646170"/>
            <a:ext cx="640080" cy="74295"/>
          </a:xfrm>
          <a:prstGeom prst="rect">
            <a:avLst/>
          </a:prstGeom>
          <a:solidFill>
            <a:srgbClr val="70281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74436" y="3720465"/>
            <a:ext cx="640080" cy="74295"/>
          </a:xfrm>
          <a:prstGeom prst="rect">
            <a:avLst/>
          </a:prstGeom>
          <a:solidFill>
            <a:srgbClr val="50180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74436" y="2606040"/>
            <a:ext cx="640080" cy="1188720"/>
          </a:xfrm>
          <a:prstGeom prst="rect">
            <a:avLst/>
          </a:prstGeom>
          <a:noFill/>
          <a:ln w="1016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37276" y="40233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[512-dim
Vector]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4516" y="290779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2222"/>
                </a:solidFill>
                <a:latin typeface="Calibri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63156" y="2468880"/>
            <a:ext cx="1828800" cy="1463040"/>
          </a:xfrm>
          <a:prstGeom prst="rect">
            <a:avLst/>
          </a:prstGeom>
          <a:solidFill>
            <a:srgbClr val="4A6F9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63156" y="2743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Linear
Probe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63156" y="34747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4F4"/>
                </a:solidFill>
                <a:latin typeface="Calibri"/>
              </a:rPr>
              <a:t>Logistic
Regression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91956" y="290779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2222"/>
                </a:solidFill>
                <a:latin typeface="Calibri"/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40596" y="2446020"/>
            <a:ext cx="1828800" cy="640080"/>
          </a:xfrm>
          <a:prstGeom prst="rect">
            <a:avLst/>
          </a:prstGeom>
          <a:solidFill>
            <a:srgbClr val="1E7E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0596" y="25374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"Holding" 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40596" y="3314700"/>
            <a:ext cx="1828800" cy="640080"/>
          </a:xfrm>
          <a:prstGeom prst="rect">
            <a:avLst/>
          </a:prstGeom>
          <a:solidFill>
            <a:srgbClr val="C835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0596" y="34061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"Empty"  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40596" y="3035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2222"/>
                </a:solidFill>
                <a:latin typeface="Calibri"/>
              </a:rPr>
              <a:t>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035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CLIP extracts a 512-dimensional image embedding → Logistic Regression (linear probe) trained on ~600 gripper images classifies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