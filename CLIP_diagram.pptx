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25296" y="2560320"/>
            <a:ext cx="1645920" cy="1371600"/>
          </a:xfrm>
          <a:prstGeom prst="rect">
            <a:avLst/>
          </a:prstGeom>
          <a:solidFill>
            <a:srgbClr val="D5D5D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3936" y="2926080"/>
            <a:ext cx="594360" cy="502920"/>
          </a:xfrm>
          <a:prstGeom prst="rect">
            <a:avLst/>
          </a:prstGeom>
          <a:solidFill>
            <a:srgbClr val="60606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6" y="3429000"/>
            <a:ext cx="201168" cy="384048"/>
          </a:xfrm>
          <a:prstGeom prst="rect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49424" y="3429000"/>
            <a:ext cx="201168" cy="384048"/>
          </a:xfrm>
          <a:prstGeom prst="rect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83664" y="3447288"/>
            <a:ext cx="365760" cy="320040"/>
          </a:xfrm>
          <a:prstGeom prst="rect">
            <a:avLst/>
          </a:prstGeom>
          <a:solidFill>
            <a:srgbClr val="8040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40050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2626"/>
                </a:solidFill>
                <a:latin typeface="Calibri"/>
              </a:rPr>
              <a:t>[Gripper
Image]</a:t>
            </a:r>
          </a:p>
        </p:txBody>
      </p:sp>
      <p:sp>
        <p:nvSpPr>
          <p:cNvPr id="9" name="Can 8"/>
          <p:cNvSpPr/>
          <p:nvPr/>
        </p:nvSpPr>
        <p:spPr>
          <a:xfrm>
            <a:off x="2980944" y="3145536"/>
            <a:ext cx="420624" cy="201168"/>
          </a:xfrm>
          <a:prstGeom prst="can">
            <a:avLst/>
          </a:prstGeom>
          <a:solidFill>
            <a:srgbClr val="4040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Callout 9"/>
          <p:cNvSpPr/>
          <p:nvPr/>
        </p:nvSpPr>
        <p:spPr>
          <a:xfrm>
            <a:off x="3511296" y="2560320"/>
            <a:ext cx="1828800" cy="1371600"/>
          </a:xfrm>
          <a:prstGeom prst="downArrowCallout">
            <a:avLst/>
          </a:prstGeom>
          <a:solidFill>
            <a:srgbClr val="4472C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834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CLIP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2" name="Can 11"/>
          <p:cNvSpPr/>
          <p:nvPr/>
        </p:nvSpPr>
        <p:spPr>
          <a:xfrm>
            <a:off x="5449824" y="3145536"/>
            <a:ext cx="420624" cy="201168"/>
          </a:xfrm>
          <a:prstGeom prst="can">
            <a:avLst/>
          </a:prstGeom>
          <a:solidFill>
            <a:srgbClr val="4040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0176" y="2606040"/>
            <a:ext cx="502920" cy="104321"/>
          </a:xfrm>
          <a:prstGeom prst="rect">
            <a:avLst/>
          </a:prstGeom>
          <a:solidFill>
            <a:srgbClr val="505A7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2704011"/>
            <a:ext cx="502920" cy="104321"/>
          </a:xfrm>
          <a:prstGeom prst="rect">
            <a:avLst/>
          </a:prstGeom>
          <a:solidFill>
            <a:srgbClr val="5A648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0176" y="2801982"/>
            <a:ext cx="502920" cy="104321"/>
          </a:xfrm>
          <a:prstGeom prst="rect">
            <a:avLst/>
          </a:prstGeom>
          <a:solidFill>
            <a:srgbClr val="646E8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0176" y="2899954"/>
            <a:ext cx="502920" cy="104321"/>
          </a:xfrm>
          <a:prstGeom prst="rect">
            <a:avLst/>
          </a:prstGeom>
          <a:solidFill>
            <a:srgbClr val="6E78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176" y="2997925"/>
            <a:ext cx="502920" cy="104321"/>
          </a:xfrm>
          <a:prstGeom prst="rect">
            <a:avLst/>
          </a:prstGeom>
          <a:solidFill>
            <a:srgbClr val="7882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0176" y="3095897"/>
            <a:ext cx="502920" cy="104321"/>
          </a:xfrm>
          <a:prstGeom prst="rect">
            <a:avLst/>
          </a:prstGeom>
          <a:solidFill>
            <a:srgbClr val="828C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0176" y="3193868"/>
            <a:ext cx="502920" cy="104321"/>
          </a:xfrm>
          <a:prstGeom prst="rect">
            <a:avLst/>
          </a:prstGeom>
          <a:solidFill>
            <a:srgbClr val="8C96B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0176" y="3291840"/>
            <a:ext cx="502920" cy="104321"/>
          </a:xfrm>
          <a:prstGeom prst="rect">
            <a:avLst/>
          </a:prstGeom>
          <a:solidFill>
            <a:srgbClr val="96A0B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0176" y="3389811"/>
            <a:ext cx="502920" cy="104321"/>
          </a:xfrm>
          <a:prstGeom prst="rect">
            <a:avLst/>
          </a:prstGeom>
          <a:solidFill>
            <a:srgbClr val="A0AAC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0176" y="3487782"/>
            <a:ext cx="502920" cy="104321"/>
          </a:xfrm>
          <a:prstGeom prst="rect">
            <a:avLst/>
          </a:prstGeom>
          <a:solidFill>
            <a:srgbClr val="AAB4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0176" y="3585754"/>
            <a:ext cx="502920" cy="104321"/>
          </a:xfrm>
          <a:prstGeom prst="rect">
            <a:avLst/>
          </a:prstGeom>
          <a:solidFill>
            <a:srgbClr val="B4BED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0176" y="3683725"/>
            <a:ext cx="502920" cy="104321"/>
          </a:xfrm>
          <a:prstGeom prst="rect">
            <a:avLst/>
          </a:prstGeom>
          <a:solidFill>
            <a:srgbClr val="BEC8E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0176" y="3781697"/>
            <a:ext cx="502920" cy="104321"/>
          </a:xfrm>
          <a:prstGeom prst="rect">
            <a:avLst/>
          </a:prstGeom>
          <a:solidFill>
            <a:srgbClr val="C8D2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0176" y="3879668"/>
            <a:ext cx="502920" cy="104321"/>
          </a:xfrm>
          <a:prstGeom prst="rect">
            <a:avLst/>
          </a:prstGeom>
          <a:solidFill>
            <a:srgbClr val="D2DC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0176" y="2606040"/>
            <a:ext cx="502920" cy="1371600"/>
          </a:xfrm>
          <a:prstGeom prst="rect">
            <a:avLst/>
          </a:prstGeom>
          <a:noFill/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8736" y="40050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[512-dim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Vector]</a:t>
            </a:r>
          </a:p>
        </p:txBody>
      </p:sp>
      <p:sp>
        <p:nvSpPr>
          <p:cNvPr id="29" name="Can 28"/>
          <p:cNvSpPr/>
          <p:nvPr/>
        </p:nvSpPr>
        <p:spPr>
          <a:xfrm>
            <a:off x="6592824" y="3145536"/>
            <a:ext cx="420624" cy="201168"/>
          </a:xfrm>
          <a:prstGeom prst="can">
            <a:avLst/>
          </a:prstGeom>
          <a:solidFill>
            <a:srgbClr val="4040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Callout 29"/>
          <p:cNvSpPr/>
          <p:nvPr/>
        </p:nvSpPr>
        <p:spPr>
          <a:xfrm>
            <a:off x="7123176" y="2560320"/>
            <a:ext cx="1828800" cy="1371600"/>
          </a:xfrm>
          <a:prstGeom prst="downArrowCallout">
            <a:avLst/>
          </a:prstGeom>
          <a:solidFill>
            <a:srgbClr val="4472C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6" y="2834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Linear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Probe</a:t>
            </a:r>
          </a:p>
        </p:txBody>
      </p:sp>
      <p:sp>
        <p:nvSpPr>
          <p:cNvPr id="32" name="Can 31"/>
          <p:cNvSpPr/>
          <p:nvPr/>
        </p:nvSpPr>
        <p:spPr>
          <a:xfrm>
            <a:off x="9061704" y="3145536"/>
            <a:ext cx="420624" cy="201168"/>
          </a:xfrm>
          <a:prstGeom prst="can">
            <a:avLst/>
          </a:prstGeom>
          <a:solidFill>
            <a:srgbClr val="4040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92056" y="2606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"Holding"</a:t>
            </a:r>
          </a:p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or</a:t>
            </a:r>
          </a:p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"Empty"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